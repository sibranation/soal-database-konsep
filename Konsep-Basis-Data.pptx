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±2 menit. Perkenalan. Kasih tau di akhir ada kuis 15 soal, jadi perhatiin 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±2 menit. Alur 1 jam: materi sekitar 45 menit, rangkuman 5 menit, kuis 10 menit.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±5 menit. Analogi denah rumah sebelum dibangun. Ini materi Soal 1 dan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±5 menit. Dari abstrak ke teknis. Tanya: "Kalau udah ngomongin index dan tipe data di MySQL, itu level apa?" Materi Soal 3, 4,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±3 menit. Ingetin: model data bukan soal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±5 menit. Tunjuk diagram: Drive C: itu akar. Tanya: "Siapa yang gak punya induk?" Materi Soal 6 dan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±6 menit. Model paling populer. Tunjuk tabel: baris = tupel, kolom = atribut. Materi Soal 8 dan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±5 menit. NIM di tabel KRS nunjuk ke NIM di tabel Mahasiswa, itu yang bikin tabel berelasi. Materi Soal 10 dan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±3 menit. Cukup sebut 5 keunggulan.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±6 menit. Hubungin ke OOP. Contoh kunci: Novel mewarisi Buku = pewarisan. Materi Soal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±3 menit. Bandingin cepat.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±5 menit. Fokus: CREATE, ALTER, DROP itu DDL. Materi Soal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±5 menit. Bedain ALTER (ubah struktur) vs UPDATE (ubah isi data). GRANT kasih akses, REVOKE cabut akses. Materi Soal 14 dan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±3 menit. Motivasi: SQL kepake banget di dunia kerja.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±5 menit. Review cepat sebelum kuis, tiap poin nyambung langsung ke soal.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menit. Bagikan link, minta isi nama dan NIM lalu klik Mulai. Hasil bisa dipantau di /hasil.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600200"/>
            <a:ext cx="91440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595959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1691640"/>
            <a:ext cx="1051560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rgbClr val="000000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600200"/>
            <a:ext cx="9144000" cy="1920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Konsep Basis Data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95959"/>
                </a:solidFill>
              </a:rPr>
              <a:t>Model Data, Jenis Model Data, dan SQL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595959"/>
                </a:solidFill>
              </a:rPr>
              <a:t>Minggu ke-3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1691640"/>
            <a:ext cx="105156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Model Data: pengertian, tujuan, dan 3 level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Jenis Model Data: Hierarkis, Relasional, Berorientasi Objek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SQL: DDL, DML, dan DCL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Rangkuman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Quiz: 15 soal pilihan ganda, 10 menit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Apa itu Model Data?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1691640"/>
            <a:ext cx="105156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Model data adalah kerangka kerja abstrak untuk mengorganisasi, menata, dan menstandarisasi elemen data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Simpelnya: model data itu blueprint atau denah buat data kamu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Ngatur gimana data disusun, saling terhubung, dan disimpan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Tujuannya: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Data konsisten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Integritas data terjaga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Data yang kompleks jadi gampang dipahami semua stakeholder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Level Model Data</a:t>
            </a:r>
            <a:endParaRPr lang="en-US" sz="4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691640"/>
          <a:ext cx="10515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Isinya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Konseptual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Gambaran besar (big picture): entitas, atribut, aturan bisnis. Tanpa detail teknis.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entitas Mahasiswa dan Mata Kuliah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Lebih rinci: tipe data atribut, relasi antar entitas, atribut kunci.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 sebagai kunci, relasi Mahasiswa ke KRS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Fisik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Paling detail dan teknis, spesifik ke DBMS: tipe data, index, metode akses.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VARCHAR(10), index di kolom NIM di MySQL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41248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95959"/>
                </a:solidFill>
              </a:rPr>
              <a:t>Makin ke bawah, makin teknis.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Fungsi Utama Model Data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1691640"/>
            <a:ext cx="105156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Mendefinisikan struktur data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Elemen data apa aja dan gimana mereka saling nyambung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Menstandarisasi data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Format dan definisi data sama di seluruh sistem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Memfasilitasi kolaborasi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Analis, data scientist, dan stakeholder lihat gambaran data yang sama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Meningkatkan kualitas data</a:t>
            </a:r>
            <a:endParaRPr lang="en-US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Integritas dan konsistensi naik, error turun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 Data Hierarkis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41248" y="169164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Data disusun kayak pohon: induk dan anak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Cuma ada 1 akar (root)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Tiap node punya 1 induk, kecuali akar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Contoh lain: bagan organisasi, data penjualan per toko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8641080" y="2423160"/>
            <a:ext cx="0" cy="41148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0" y="2834640"/>
            <a:ext cx="265176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0" y="2834640"/>
            <a:ext cx="0" cy="41148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966960" y="2834640"/>
            <a:ext cx="0" cy="41148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0" y="3840480"/>
            <a:ext cx="0" cy="5486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966960" y="3840480"/>
            <a:ext cx="0" cy="5486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0" y="1828800"/>
            <a:ext cx="1737360" cy="594360"/>
          </a:xfrm>
          <a:prstGeom prst="rect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Drive C: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46520" y="3246120"/>
            <a:ext cx="1737360" cy="594360"/>
          </a:xfrm>
          <a:prstGeom prst="rect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Dokumen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98280" y="3246120"/>
            <a:ext cx="1737360" cy="594360"/>
          </a:xfrm>
          <a:prstGeom prst="rect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Gambar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46520" y="4389120"/>
            <a:ext cx="1737360" cy="594360"/>
          </a:xfrm>
          <a:prstGeom prst="rect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Laporan.docx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098280" y="4389120"/>
            <a:ext cx="1737360" cy="594360"/>
          </a:xfrm>
          <a:prstGeom prst="rect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Foto.jpg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52120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95959"/>
                </a:solidFill>
              </a:rPr>
              <a:t>Contoh: struktur folder di komputer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 Data Relasional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41248" y="169164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Data disimpan dalam tabel (baris dan kolom)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Istilah penting: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Tabel = Relasi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Baris = Tupel (1 record data)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Kolom = Atribut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Tabel dihubungkan pakai key, datanya diambil pakai SQL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4937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Jurusan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Informatika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2401002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 Informasi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2401003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Raka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Informatika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794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95959"/>
                </a:solidFill>
              </a:rPr>
              <a:t>Tabel Mahasiswa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Primary Key dan Foreign Key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41248" y="16002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Primary Key (PK): kolom unik yang mengidentifikasi tiap baris, gak boleh dobel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Foreign Key (FK): kolom yang merujuk ke primary key di tabel lain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41248" y="3017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Mahasiswa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 (PK)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2401002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675120" y="30175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KRS</a:t>
            </a:r>
            <a:endParaRPr lang="en-US" sz="18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429000"/>
          <a:ext cx="46634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 (FK)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Mata Kuliah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Data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2401002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Data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440680" y="3931920"/>
            <a:ext cx="1005840" cy="411480"/>
          </a:xfrm>
          <a:prstGeom prst="leftArrow">
            <a:avLst/>
          </a:prstGeom>
          <a:solidFill>
            <a:srgbClr val="4472C4"/>
          </a:solidFill>
          <a:ln w="12700">
            <a:solidFill>
              <a:srgbClr val="2F528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212080" y="4389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</a:rPr>
              <a:t>merujuk ke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Keunggulan Model Relasional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1691640"/>
            <a:ext cx="105156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Integritas data: data akurat dan konsisten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Struktur sederhana: gampang dipahami dan diimplementasi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Fleksibel: struktur database relatif gampang diubah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Efisien: ambil dan kelola data jadi cepat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Standar: pakai SQL, bahasa standar database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 Data Berorientasi Objek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41248" y="1600200"/>
            <a:ext cx="6035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Data disimpan sebagai objek, kayak di OOP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Objek = data (atribut) + perilaku (method)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000000"/>
                </a:solidFill>
              </a:rPr>
              <a:t>Konsep dasar: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Objek: benda nyata, misal mobil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Kelas: blueprint buat bikin objek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Enkapsulasi: bungkus data dan method jadi satu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Pewarisan: kelas turunan mewarisi sifat kelas induk</a:t>
            </a:r>
            <a:endParaRPr lang="en-US" sz="2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Polimorfisme: method sama, hasil bisa beda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828800"/>
          <a:ext cx="4114800" cy="914400"/>
        </p:xfrm>
        <a:graphic>
          <a:graphicData uri="http://schemas.openxmlformats.org/drawingml/2006/table">
            <a:tbl>
              <a:tblPr/>
              <a:tblGrid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Contoh: Sistem Perpustakaan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Buku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Atribut: judul, penulis, penerbit, tahun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Method: pinjam(), kembalikan()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dan BukuTeks mewarisi Buku (pewarisan)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Kelebihan dan Kekurangan</a:t>
            </a:r>
            <a:endParaRPr lang="en-US" sz="4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691640"/>
          <a:ext cx="105156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Kelebihan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Kekurangan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Fleksibel, jago handle data kompleks (gambar, audio, video)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Adopsi terbatas, belum sepopuler relasional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Reusable, kode dipakai ulang lewat pewarisan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 bisa berat kalau implementasinya kurang tepat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Mirip dunia nyata, dekat sama cara manusia berpikir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 lumayan curam buat pemula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SQL (Structured Query Language)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41248" y="1600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SQL adalah bahasa buat ngatur, ngubah, dan ngambil data di database relasional. Perintahnya dibagi 3 kelompok: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06040"/>
          <a:ext cx="10515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2743200"/>
                <a:gridCol w="310896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Kelompok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Kepanjangan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Perintah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Definition Language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Ngatur struktur database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CREATE, ALTER, DROP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Manipulation Language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Ngolah isi data di tabel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SELECT, INSERT, UPDATE, DELETE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Control Language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Ngatur hak akses user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GRANT, REVOKE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Fungsi Tiap Perintah SQL</a:t>
            </a:r>
            <a:endParaRPr lang="en-US" sz="4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691640"/>
          <a:ext cx="10515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611880"/>
                <a:gridCol w="1645920"/>
                <a:gridCol w="3611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Perintah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Perintah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Bikin database atau tabel baru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Tambah data baru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Ubah struktur tabel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Ubah data yang udah 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Hapus database atau tabel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Hapus data dari tabel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Ambil data dari tabel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Kasih hak akses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Cabut hak akses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41248" y="4937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Jangan ketuker: </a:t>
            </a:r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ALTER ubah struktur tabel, UPDATE ubah isi datanya.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Kenapa SQL Penting?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1691640"/>
            <a:ext cx="105156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Standar industri: dipakai hampir semua RDBMS (MySQL, PostgreSQL, dll)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Fleksibel: bisa analisis data kompleks dan data dalam jumlah besar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Keamanan data: admin bisa ngatur siapa boleh akses apa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Karier: skill wajib buat data analyst, data engineer, dan data scientist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41248" y="365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Rangkuman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1691640"/>
            <a:ext cx="105156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Model data = kerangka atau blueprint data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3 level: Konseptual, Logis, Fisik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Hierarkis = struktur pohon, 1 akar (contoh: Drive C:)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Relasional = tabel; baris disebut tupel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Primary key unik; foreign key merujuk ke tabel lain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Novel mewarisi Buku = pewarisan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DDL: CREATE, ALTER, DROP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UPDATE ubah data; REVOKE cabut hak akses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24160" y="6309360"/>
            <a:ext cx="9144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600200"/>
            <a:ext cx="9144000" cy="1920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Quiz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95959"/>
                </a:solidFill>
              </a:rPr>
              <a:t>15 soal pilihan ganda, 10 menit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595959"/>
                </a:solidFill>
              </a:rPr>
              <a:t>soal-database-konsep.vercel.app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Basis Data</dc:title>
  <dc:subject>PptxGenJS Presentation</dc:subject>
  <dc:creator>PptxGenJS</dc:creator>
  <cp:lastModifiedBy>PptxGenJS</cp:lastModifiedBy>
  <cp:revision>1</cp:revision>
  <dcterms:created xsi:type="dcterms:W3CDTF">2026-10-24T08:34:09Z</dcterms:created>
  <dcterms:modified xsi:type="dcterms:W3CDTF">2026-10-24T08:34:09Z</dcterms:modified>
</cp:coreProperties>
</file>